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Università degli Studi - Corso di Ostetricia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Presentazione della Lezione</a:t>
            </a:r>
          </a:p>
          <a:p>
            <a:r>
              <a:t>Sottotitolo della Sessione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Sezione I: Introduzione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Titolo della Slide di Contenuto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Punto principale della discussione</a:t>
            </a:r>
          </a:p>
          <a:p>
            <a:pPr lvl="1"/>
            <a:r>
              <a:t>Sotto-argomento dettagliato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Confronto o Immagine e Testo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Descrizione testuale a sinistra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[Spazio per Immagine o Grafico a destra]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